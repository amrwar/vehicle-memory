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7304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872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288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6005" y="2468880"/>
            <a:ext cx="3636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2369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
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962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53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455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2582" y="2468880"/>
            <a:ext cx="4615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
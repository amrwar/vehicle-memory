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3697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937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403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6657" y="2468880"/>
            <a:ext cx="2603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269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
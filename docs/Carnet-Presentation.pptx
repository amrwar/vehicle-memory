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581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8775" y="2468880"/>
            <a:ext cx="7496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74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
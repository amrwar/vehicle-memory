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63109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35677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179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54050" y="2468880"/>
            <a:ext cx="16141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15464" y="2468880"/>
            <a:ext cx="699464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booking becomes a job in one press; an approval puts the work on the job and reserves the parts; extra work quoted mid-job; 37 presses down to 20.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car checked in and handed back against a signed record of what it was like; keys as events; a car cannot leave owing money without a reason.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about; a payment link in a message.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search box for a plate, a name, a part, an invoice number.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
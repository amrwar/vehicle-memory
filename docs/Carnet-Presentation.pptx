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71246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969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281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94206" y="2468880"/>
            <a:ext cx="37264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1470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
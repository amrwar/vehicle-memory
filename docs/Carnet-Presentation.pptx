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46051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717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419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69011" y="2468880"/>
            <a:ext cx="74792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43803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
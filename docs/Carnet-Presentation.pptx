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220651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946331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167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43611" y="2468880"/>
            <a:ext cx="220853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64464" y="2468880"/>
            <a:ext cx="1049056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47344" y="2615184"/>
            <a:ext cx="7747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Data in, data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CSV import with mapping, validation and a report of what did not go in; export of everything a workshop owns.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workflow, as one 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approved estimate becomes a job in one press; extra work is quoted and approved without leaving the job.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Arrival and departure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Check-in and check-out, signatures on the record, key tags.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Conversations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One thread per customer across email, SMS and WhatsApp, on the job it is about; a payment link in a message.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Packages and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Service packages priced as one thing; job templates that put the right lines on from the start.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Parts back, work 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Returns and cores to the supplier; sublet work on the job with its own cost.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
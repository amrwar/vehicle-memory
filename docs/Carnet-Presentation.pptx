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20662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9323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165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29588" y="2468880"/>
            <a:ext cx="22319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52779" y="2468880"/>
            <a:ext cx="1060157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35659" y="2615184"/>
            <a:ext cx="7858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Data in, data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CSV import with mapping, validation and a report of what did not go in; export of everything a workshop owns.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approved estimate becomes a job in one press; extra work is quoted and approved without leaving the job.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Check-in and check-out, signatures on the record, key tags.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thread per customer across email, SMS and WhatsApp, on the job it is about; a payment link in a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
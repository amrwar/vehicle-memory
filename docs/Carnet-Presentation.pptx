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316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884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493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6125" y="2468880"/>
            <a:ext cx="4260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
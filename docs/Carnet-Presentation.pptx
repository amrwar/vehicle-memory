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503843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2952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501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26803" y="2468880"/>
            <a:ext cx="41931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
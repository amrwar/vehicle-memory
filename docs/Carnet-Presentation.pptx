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7150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71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4468" y="2468880"/>
            <a:ext cx="4951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978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
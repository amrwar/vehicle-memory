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791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444616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17029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413</a:t>
            </a:r>
          </a:p>
        </p:txBody>
      </p:sp>
      <p:sp>
        <p:nvSpPr>
          <p:cNvPr id="8" name="Rectangle 7"/>
          <p:cNvSpPr/>
          <p:nvPr/>
        </p:nvSpPr>
        <p:spPr>
          <a:xfrm>
            <a:off x="11267576" y="2468880"/>
            <a:ext cx="75868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43444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
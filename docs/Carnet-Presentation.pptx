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648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21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264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89443" y="2468880"/>
            <a:ext cx="3964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29088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
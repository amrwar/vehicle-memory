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91274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1695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385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14234" y="2468880"/>
            <a:ext cx="2725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148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
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97176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28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432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0136" y="2468880"/>
            <a:ext cx="4859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
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87511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1319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360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10471" y="2468880"/>
            <a:ext cx="29131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9602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
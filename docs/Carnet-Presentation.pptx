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B36C"/>
                </a:solidFill>
                <a:latin typeface="Segoe UI"/>
              </a:rPr>
              <a:t>CARNET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9144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The history belongs</a:t>
            </a:r>
          </a:p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to the 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Workshop management and ERP, built around a vehicle record that survives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the sale, the workshop and the owner.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A car outlives every record kept about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59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7744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workshop owns the history.</a:t>
            </a:r>
            <a:r>
              <a:rPr sz="1600">
                <a:solidFill>
                  <a:srgbClr val="535E60"/>
                </a:solidFill>
                <a:latin typeface="Segoe UI"/>
              </a:rPr>
              <a:t>  Change garage and it starts again from nothing.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826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20040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owner sells the car.</a:t>
            </a:r>
            <a:r>
              <a:rPr sz="1600">
                <a:solidFill>
                  <a:srgbClr val="535E60"/>
                </a:solidFill>
                <a:latin typeface="Segoe UI"/>
              </a:rPr>
              <a:t>  Everything known about it stays behind, with a business that no longer has any reason to care.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056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402336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buyer has no way to check.</a:t>
            </a:r>
            <a:r>
              <a:rPr sz="1600">
                <a:solidFill>
                  <a:srgbClr val="535E60"/>
                </a:solidFill>
                <a:latin typeface="Segoe UI"/>
              </a:rPr>
              <a:t>  Mileage, work done, parts fitted: all of it is a claim on a sheet of paper.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2861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484632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Clocking survives because nobody holds the whole sequence.</a:t>
            </a:r>
            <a:r>
              <a:rPr sz="1600">
                <a:solidFill>
                  <a:srgbClr val="535E60"/>
                </a:solidFill>
                <a:latin typeface="Segoe UI"/>
              </a:rPr>
              <a:t>  Each garage sees only its own readings, and its own readings always agree with each other.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Key the record to the vehicle, not the workshop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Every event is written to a tamper-evident chain against the VIN. The workshop that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wrote it cannot alter it afterwards, and neither can we. When the car is sold, the record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goes with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 completed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4973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6413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Event hashed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6986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8426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Chained to the last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8999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0439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Owner changes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1012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2452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History transfers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33025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24465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Buyer reads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292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D9B36C"/>
                </a:solidFill>
                <a:latin typeface="Segoe UI"/>
              </a:rPr>
              <a:t>This is the part a competitor cannot copy by adding a feature. It is a different answer to the question of who the record is for.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SHAPE OF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Three connected experiences, one set of records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3383280" cy="508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workshop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209544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98448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Technician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3520440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3831336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4142232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98448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Parts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4453128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8448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Repair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One tablet surface for the floor, with the clock running against the job.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90288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90288" y="2331720"/>
            <a:ext cx="3383280" cy="508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4608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business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64608" y="3209544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5776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64608" y="3520440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65776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Inventory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64608" y="3831336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65776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Purchasing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64608" y="4142232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65776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Accounting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64608" y="4453128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65776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Profitability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64608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A double-entry ledger that posts from the work itself, not a monthly export.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57616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57616" y="2331720"/>
            <a:ext cx="3383280" cy="508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31936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customer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31936" y="3209544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33104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Booking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31936" y="3520440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33104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31936" y="3831336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33104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Approval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31936" y="4142232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33104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Tracking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31936" y="4453128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33104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Payment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31936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No account needed to answer a quote. Most people meet Carnet on a link.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WHERE IT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Built, and checked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92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Every one rendered in CI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783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7783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643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123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643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643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One schema, one ledger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3271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3271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131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1,262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6131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131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Domain logic, no mocks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8758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8758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1618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35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1618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Database probes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1618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Invariants proved, not assumed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424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424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710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436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10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Requirements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710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Traced to code and a test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197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" y="4114800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Every phase ships green.</a:t>
            </a:r>
            <a:r>
              <a:rPr sz="1400">
                <a:solidFill>
                  <a:srgbClr val="535E60"/>
                </a:solidFill>
                <a:latin typeface="Segoe UI"/>
              </a:rPr>
              <a:t>  Format, lint, types, tests, database invariants, then a production build with every route rendered for every role.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910328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" y="4828032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The rules live in the database.</a:t>
            </a:r>
            <a:r>
              <a:rPr sz="1400">
                <a:solidFill>
                  <a:srgbClr val="535E60"/>
                </a:solidFill>
                <a:latin typeface="Segoe UI"/>
              </a:rPr>
              <a:t>  A ledger entry that does not balance, a rule acting twice inside its cooldown, an edited consent record: all refused by Postgres, not only by code.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5623560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" y="5541264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Empty states and accessibility are checked by script.</a:t>
            </a:r>
            <a:r>
              <a:rPr sz="1400">
                <a:solidFill>
                  <a:srgbClr val="535E60"/>
                </a:solidFill>
                <a:latin typeface="Segoe UI"/>
              </a:rPr>
              <a:t>  A workshop on its first morning sees a product that tells it what to do next.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COVERAGE,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What is built and what is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68880"/>
            <a:ext cx="10056898" cy="54864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15184"/>
            <a:ext cx="978257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Built 144</a:t>
            </a:r>
          </a:p>
        </p:txBody>
      </p:sp>
      <p:sp>
        <p:nvSpPr>
          <p:cNvPr id="8" name="Rectangle 7"/>
          <p:cNvSpPr/>
          <p:nvPr/>
        </p:nvSpPr>
        <p:spPr>
          <a:xfrm>
            <a:off x="10879858" y="2468880"/>
            <a:ext cx="69839" cy="54864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949697" y="2468880"/>
            <a:ext cx="349197" cy="548640"/>
          </a:xfrm>
          <a:prstGeom prst="rect">
            <a:avLst/>
          </a:prstGeom>
          <a:solidFill>
            <a:srgbClr val="C9C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24612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Counted line by line from the feature map, which is written against the code. A capability counts as built only when somebody can open a page and do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05993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97763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Complete.</a:t>
            </a:r>
            <a:r>
              <a:rPr sz="1400">
                <a:solidFill>
                  <a:srgbClr val="535E60"/>
                </a:solidFill>
                <a:latin typeface="Segoe UI"/>
              </a:rPr>
              <a:t>  Jobs, diary, customers, vehicles, the passport, estimates, invoices, payments, inventory, purchasing, the ledger, people, multi-site, counter sales, automation, CRM, the customer portal.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83717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475487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Partial, and named.</a:t>
            </a:r>
            <a:r>
              <a:rPr sz="1400">
                <a:solidFill>
                  <a:srgbClr val="535E60"/>
                </a:solidFill>
                <a:latin typeface="Segoe UI"/>
              </a:rPr>
              <a:t>  Inspections have six tables and no interface. The calendar has one view of six. Communication goes out but nothing comes back.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61441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53211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Absent, and scheduled.</a:t>
            </a:r>
            <a:r>
              <a:rPr sz="1400">
                <a:solidFill>
                  <a:srgbClr val="535E60"/>
                </a:solidFill>
                <a:latin typeface="Segoe UI"/>
              </a:rPr>
              <a:t>  Warranty, fleet, reviews, loyalty, the bay board, the command centre. Phases 7 to 12.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DIFFERENCE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Caught by the record, not by a feature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10545775" cy="19659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77440"/>
            <a:ext cx="50800" cy="1965960"/>
          </a:xfrm>
          <a:prstGeom prst="rect">
            <a:avLst/>
          </a:prstGeom>
          <a:solidFill>
            <a:srgbClr val="A8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606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B36C"/>
                </a:solidFill>
                <a:latin typeface="Segoe UI"/>
              </a:rPr>
              <a:t>The demonstration vehicle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260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Georgia"/>
              </a:rPr>
              <a:t>67,410 miles, then 62,000, then 74,800.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2044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Up, down, up. Every recent pair of readings agrees, so a garage comparing its own last two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sees nothing wrong. Only something holding the whole sequence, across both workshops, finds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7914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470916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Nothing is scored.</a:t>
            </a:r>
            <a:r>
              <a:rPr sz="1300">
                <a:solidFill>
                  <a:srgbClr val="535E60"/>
                </a:solidFill>
                <a:latin typeface="Segoe UI"/>
              </a:rPr>
              <a:t>  A number out of ten gets quoted in an advert and cannot carry its reasoning.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340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525780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Certainty is stated.</a:t>
            </a:r>
            <a:r>
              <a:rPr sz="1300">
                <a:solidFill>
                  <a:srgbClr val="535E60"/>
                </a:solidFill>
                <a:latin typeface="Segoe UI"/>
              </a:rPr>
              <a:t>  A reading lower than an earlier one is arithmetic. Lower annual mileage before a sale is a question, because it also fits retirement.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888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80644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Silence is not evidence.</a:t>
            </a:r>
            <a:r>
              <a:rPr sz="1300">
                <a:solidFill>
                  <a:srgbClr val="535E60"/>
                </a:solidFill>
                <a:latin typeface="Segoe UI"/>
              </a:rPr>
              <a:t>  Gaps are reported as thin history, never as suspicion.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Priced per bay, not per person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35E60"/>
                </a:solidFill>
                <a:latin typeface="Segoe UI"/>
              </a:rPr>
              <a:t>A bay is what a workshop actually scales by. Charging per user makes a workshop ration logins, which keeps work off the system and makes the record worse.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Jobs and diary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Customers and vehicles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The passport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Invoicing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90288" y="3063240"/>
            <a:ext cx="3383280" cy="26517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8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9B36C"/>
                </a:solidFill>
                <a:latin typeface="Segoe UI"/>
              </a:rPr>
              <a:t>Complete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Georgia"/>
              </a:rPr>
              <a:t>£69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0D4D6"/>
                </a:solidFill>
                <a:latin typeface="Segoe UI"/>
              </a:rPr>
              <a:t>per bay, per month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Everything in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64608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Inventory and purchasing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Full ledger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Automation and CRM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57616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31936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1936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£99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31936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Everything in Complete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31936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Multiple sites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31936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Consolidated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31936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Stock transfers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9436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Staff accounts are unlimited on every plan. 30-day trial, no card.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WHAT HAPPENS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Ordered by what a workshop loses each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7802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39572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Digital vehicle inspection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41401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Six tables exist and no interface. An inspection is what turns a booked oil change into approved brake work.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035808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36392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054096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The floor and the diary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3072384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Day, month, technician and site views. Drag a job between bays, with the capacity check running on the drop.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694176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712464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Warranty, fleet, customer thread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730752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 fifty-vehicle company is fifty unrelated records today. This opens a market rather than adding a feature.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352544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453128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370832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Reviews, loyalty and the inbox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4389120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 strong rating invited to a public review, a poor one into a private conversation. Replies land against the job.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111496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02920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Filling in the ERP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5047488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Supplier payments, purchase price history, refunds, card payment, payroll export.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566928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576986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08760" y="568756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Answers rather than pages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92040" y="570585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Ask a question in words. AI inside the workflow, never deciding anything.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9601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Georgia"/>
              </a:rPr>
              <a:t>A workshop system that pays for itself twice.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Once by running the business, and again by building a record that becomes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more valuable the longer it exists and that no competitor can start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D9B36C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
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54863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8054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230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77823" y="2468880"/>
            <a:ext cx="4545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23278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
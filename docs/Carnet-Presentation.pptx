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043595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97692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200</a:t>
            </a:r>
          </a:p>
        </p:txBody>
      </p:sp>
      <p:sp>
        <p:nvSpPr>
          <p:cNvPr id="8" name="Rectangle 7"/>
          <p:cNvSpPr/>
          <p:nvPr/>
        </p:nvSpPr>
        <p:spPr>
          <a:xfrm>
            <a:off x="10866555" y="2468880"/>
            <a:ext cx="100435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66990" y="2468880"/>
            <a:ext cx="351525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Finding anything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one box for a plate however typed, a VIN, a phone number, a job, an invoice or a part, straight to the record; notifications for staff.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owner's day, sharpened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the comeback rate by site and person; the reputation trend; suppliers side by side on every part and over the year; the dashboard in three blocks.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Several taxes on a line, exempt customers, tax by site, inclusive or exclusive prices, a report per tax.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Print styles for every document; work order, invoice, estimate and inspection as PDF; labels, key tags and QR codes.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632764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42823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634593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636422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
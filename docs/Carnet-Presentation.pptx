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8817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449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1777" y="2468880"/>
            <a:ext cx="334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525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
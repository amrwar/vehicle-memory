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446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01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342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7422" y="2468880"/>
            <a:ext cx="30656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8078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
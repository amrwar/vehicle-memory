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76653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49221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188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89490" y="2468880"/>
            <a:ext cx="10389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93389" y="2468880"/>
            <a:ext cx="62339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thread per customer and per job over email, text and WhatsApp, answered from the job; templates as sentences; a payment link in one press.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
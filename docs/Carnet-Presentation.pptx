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879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447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408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1758" y="2468880"/>
            <a:ext cx="51317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075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
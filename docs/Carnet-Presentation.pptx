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9626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19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424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19224" y="2468880"/>
            <a:ext cx="4951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
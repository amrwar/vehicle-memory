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2,094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707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3275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543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30034" y="2468880"/>
            <a:ext cx="3870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
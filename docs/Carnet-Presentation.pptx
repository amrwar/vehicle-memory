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46520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72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421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69480" y="2468880"/>
            <a:ext cx="7444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3920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
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533641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5062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9376" y="2468880"/>
            <a:ext cx="127057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2256" y="2615184"/>
            <a:ext cx="9962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Partial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9951" y="2468880"/>
            <a:ext cx="3938783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2831" y="2615184"/>
            <a:ext cx="36644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
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791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69356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950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411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92316" y="2468880"/>
            <a:ext cx="50945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43261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
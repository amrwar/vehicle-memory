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6804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9372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404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1002" y="2468880"/>
            <a:ext cx="5182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2823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
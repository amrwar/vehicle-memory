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8695639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4213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94</a:t>
            </a:r>
          </a:p>
        </p:txBody>
      </p:sp>
      <p:sp>
        <p:nvSpPr>
          <p:cNvPr id="8" name="Rectangle 7"/>
          <p:cNvSpPr/>
          <p:nvPr/>
        </p:nvSpPr>
        <p:spPr>
          <a:xfrm>
            <a:off x="9518599" y="2468880"/>
            <a:ext cx="27752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96119" y="2468880"/>
            <a:ext cx="1572615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78999" y="2615184"/>
            <a:ext cx="1298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
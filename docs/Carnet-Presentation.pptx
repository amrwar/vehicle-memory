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6003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857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244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82996" y="2468880"/>
            <a:ext cx="42869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25865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
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800114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52579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184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23074" y="2468880"/>
            <a:ext cx="106522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729596" y="2468880"/>
            <a:ext cx="585876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workflow, as one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a booking becomes a job in one press; an approval puts the work on the job and reserves the parts; extra work quoted mid-job; 37 presses down to 20.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Arrival and departure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the car checked in and handed back against a signed record of what it was like; keys as events; a car cannot leave owing money without a reason.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Conversations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one thread per customer and per job over email, text and WhatsApp, answered from the job; templates as sentences; a payment link in one press.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Packages and templates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a package with labour, parts, checklist, time, price and interval; a job from it in one press, at the counter, online or on a job already open.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Parts back, work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Returns and cores to the supplier; sublet work on the job with its own cost.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Finding anything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search box for a plate, a name, a part, an invoice number.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
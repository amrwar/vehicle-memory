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75234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0091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297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98194" y="2468880"/>
            <a:ext cx="3527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346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
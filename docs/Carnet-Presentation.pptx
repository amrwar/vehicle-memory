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783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3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0799" y="2468880"/>
            <a:ext cx="4793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
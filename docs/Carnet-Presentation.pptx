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1,242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040155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7658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139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863115" y="2468880"/>
            <a:ext cx="72231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35346" y="2468880"/>
            <a:ext cx="433388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
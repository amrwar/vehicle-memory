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150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59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603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10405164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1013084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222</a:t>
            </a:r>
          </a:p>
        </p:txBody>
      </p:sp>
      <p:sp>
        <p:nvSpPr>
          <p:cNvPr id="8" name="Rectangle 7"/>
          <p:cNvSpPr/>
          <p:nvPr/>
        </p:nvSpPr>
        <p:spPr>
          <a:xfrm>
            <a:off x="11228124" y="2468880"/>
            <a:ext cx="46870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274994" y="2468880"/>
            <a:ext cx="46870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14-day trial; the card goes on first and is charged only when the trial ends.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Tax, configurable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several taxes on a rate, prices with tax in, exempt customers, a rate per site, and a report per tax from what each document declared.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Paper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invoice, quote, inspection report, work order, key tag, labels and receipt, each printed or as a PDF in the reader's language, with QR codes.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Providers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VIN decoding and a fitment feed behind seams; payroll exported; reviews posted to Google.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Ownership, warranty and sites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car transferred by invitation with its history; warranty cost and profit; prices and tax per site.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first 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An onboarding checklist, demonstration data, and help inside the product.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
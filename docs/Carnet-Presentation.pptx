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96264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219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424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19224" y="2468880"/>
            <a:ext cx="49510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6873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
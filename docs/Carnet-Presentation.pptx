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0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17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011" y="2468880"/>
            <a:ext cx="7479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80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
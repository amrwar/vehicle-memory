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15154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8772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206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4500" y="2468880"/>
            <a:ext cx="4927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23779" y="2468880"/>
            <a:ext cx="29567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
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8318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088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335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06148" y="2468880"/>
            <a:ext cx="31293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7441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
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502465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2814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485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25425" y="2468880"/>
            <a:ext cx="43309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6873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
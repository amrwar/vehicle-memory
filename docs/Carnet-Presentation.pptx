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57893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8357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238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80853" y="2468880"/>
            <a:ext cx="4394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24793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
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36807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09375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175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91034" y="2468880"/>
            <a:ext cx="16059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51629" y="2468880"/>
            <a:ext cx="963573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search box for a plate, a name, a part, an invoice number.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
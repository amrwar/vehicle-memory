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45339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710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416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68299" y="2468880"/>
            <a:ext cx="75326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43625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
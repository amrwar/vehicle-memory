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898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501742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2742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477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24702" y="2468880"/>
            <a:ext cx="44032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68734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
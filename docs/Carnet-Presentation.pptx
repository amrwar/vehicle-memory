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19230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9179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163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15266" y="2468880"/>
            <a:ext cx="22557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40844" y="2468880"/>
            <a:ext cx="107149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3724" y="2615184"/>
            <a:ext cx="7971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Data in, data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CSV import with mapping, validation and a report of what did not go in; export of everything a workshop owns.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approved estimate becomes a job in one press; extra work is quoted and approved without leaving the job.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
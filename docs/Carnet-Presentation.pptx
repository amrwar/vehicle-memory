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278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846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396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5741" y="2468880"/>
            <a:ext cx="26496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2237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
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2,083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63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320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533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9311" y="2468880"/>
            <a:ext cx="3942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
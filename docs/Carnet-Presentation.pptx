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3967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86535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117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2631" y="2468880"/>
            <a:ext cx="15623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18864" y="2468880"/>
            <a:ext cx="1249869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01744" y="2615184"/>
            <a:ext cx="9755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
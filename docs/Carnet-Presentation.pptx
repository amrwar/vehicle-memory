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80476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061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321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03436" y="2468880"/>
            <a:ext cx="32649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36085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
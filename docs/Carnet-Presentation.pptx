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6240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18808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251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285369" y="2468880"/>
            <a:ext cx="4168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27051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
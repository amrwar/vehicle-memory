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0762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333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30580" y="2468880"/>
            <a:ext cx="4605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76631" y="2468880"/>
            <a:ext cx="46051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
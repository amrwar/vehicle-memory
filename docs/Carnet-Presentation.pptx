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672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24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428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19684" y="2468880"/>
            <a:ext cx="4905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
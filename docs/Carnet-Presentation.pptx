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402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89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256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86984" y="2468880"/>
            <a:ext cx="4087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7859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
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171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504580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302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510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27540" y="2468880"/>
            <a:ext cx="41194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6873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
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247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6098761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582444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48</a:t>
            </a:r>
          </a:p>
        </p:txBody>
      </p:sp>
      <p:sp>
        <p:nvSpPr>
          <p:cNvPr id="8" name="Rectangle 7"/>
          <p:cNvSpPr/>
          <p:nvPr/>
        </p:nvSpPr>
        <p:spPr>
          <a:xfrm>
            <a:off x="6921721" y="2468880"/>
            <a:ext cx="1016460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04601" y="2615184"/>
            <a:ext cx="7421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Partial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38181" y="2468880"/>
            <a:ext cx="3430553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21061" y="2615184"/>
            <a:ext cx="315623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35E60"/>
                </a:solidFill>
                <a:latin typeface="Segoe UI"/>
              </a:rPr>
              <a:t>Missing 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30-day trial, no card.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Digital vehicle inspection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Six tables exist and no interface. An inspection is what turns a booked oil change into approved brake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floor and the diary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Day, month, technician and site views. Drag a job between bays, with the capacity check running on the drop.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Warranty, fleet, customer thread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fifty-vehicle company is fifty unrelated records today. This opens a market rather than adding a feature.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Reviews, loyalty and the inbox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strong rating invited to a public review, a poor one into a private conversation. Replies land against the job.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Filling in the ERP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Supplier payments, purchase price history, refunds, card payment, payroll export.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Answers rather than pages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Ask a question in words. AI inside the workflow, never deciding anything.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
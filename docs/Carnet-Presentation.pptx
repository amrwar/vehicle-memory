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69078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9475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273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92038" y="2468880"/>
            <a:ext cx="3834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0386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
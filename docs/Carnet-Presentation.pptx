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03134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7570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195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54306" y="2468880"/>
            <a:ext cx="10288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57191" y="2468880"/>
            <a:ext cx="360099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car checked in and handed back against a signed record of what it was like; keys as events; a car cannot leave owing money without a reason.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thread per customer and per job over email, text and WhatsApp, answered from the job; templates as sentences; a payment link in one press.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package with labour, parts, checklist, time, price and interval; a job from it in one press, at the counter, online or on a job already open.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Languages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English, French and Arabic, the person's choice kept on the account; Arabic right to left; the public site, the portal and the workshop shells.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returns and cores credited against what the supplier is owed, oldest bill first; sublet work on the job at its real cost.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32764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2823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63459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636422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box for a plate however typed, a VIN, a phone number, a job, an invoice or a part, straight to the record; notifications for staff.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
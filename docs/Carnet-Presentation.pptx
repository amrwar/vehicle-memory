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37138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0970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77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4348" y="2468880"/>
            <a:ext cx="434877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29225" y="2468880"/>
            <a:ext cx="1739509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2105" y="2615184"/>
            <a:ext cx="146518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
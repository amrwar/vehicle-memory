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6753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243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422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9713" y="2468880"/>
            <a:ext cx="74266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979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
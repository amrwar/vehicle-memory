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498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9199505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892518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164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22465" y="2468880"/>
            <a:ext cx="224378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46843" y="2468880"/>
            <a:ext cx="1065796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9723" y="2615184"/>
            <a:ext cx="7914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35E60"/>
                </a:solidFill>
                <a:latin typeface="Segoe UI"/>
              </a:rPr>
              <a:t>Missing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30-day trial, no card.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Data in, data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CSV import with mapping, validation and a report of what did not go in; export of everything a workshop owns.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workflow, as one thing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approved estimate becomes a job in one press; extra work is quoted and approved without leaving the job.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Arrival and departure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Check-in and check-out, signatures on the record, key tags.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Conversations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One thread per customer across email, SMS and WhatsApp, on the job it is about; a payment link in a message.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Packages and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Service packages priced as one thing; job templates that put the right lines on from the start.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Parts back, work 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Returns and cores to the supplier; sublet work on the job with its own cost.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
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622581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595149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49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778" y="2468880"/>
            <a:ext cx="101646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1658" y="2615184"/>
            <a:ext cx="7421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Partial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238" y="2468880"/>
            <a:ext cx="330349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8118" y="2615184"/>
            <a:ext cx="30291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
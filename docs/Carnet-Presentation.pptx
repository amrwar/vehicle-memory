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90705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1638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381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13665" y="2468880"/>
            <a:ext cx="27534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1199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
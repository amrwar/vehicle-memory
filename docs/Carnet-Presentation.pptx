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818480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54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189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41440" y="2468880"/>
            <a:ext cx="103899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745339" y="2468880"/>
            <a:ext cx="571445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booking becomes a job in one press; an approval puts the work on the job and reserves the parts; extra work quoted mid-job; 37 presses down to 20.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the car checked in and handed back against a signed record of what it was like; keys as events; a car cannot leave owing money without a reason.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one thread per customer and per job over email, text and WhatsApp, answered from the job; templates as sentences; a payment link in one press.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a package with labour, parts, checklist, time, price and interval; a job from it in one press, at the counter, online or on a job already open.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Languages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English, French and Arabic, the person's choice kept on the account; Arabic right to left; the public site, the portal and the workshop shells.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32764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42823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63459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Finding anything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636422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search box for a plate, a name, a part, an invoice number.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
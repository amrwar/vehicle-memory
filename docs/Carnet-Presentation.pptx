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91832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1751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389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14792" y="2468880"/>
            <a:ext cx="26971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1763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
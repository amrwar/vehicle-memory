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880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447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1760" y="2468880"/>
            <a:ext cx="46974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
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99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888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501089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2676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470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24049" y="2468880"/>
            <a:ext cx="44685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68734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
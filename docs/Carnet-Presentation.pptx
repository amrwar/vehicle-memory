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048332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7740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202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71292" y="2468880"/>
            <a:ext cx="9948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0780" y="2468880"/>
            <a:ext cx="348209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owner's day, sharpened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the comeback rate by site and person; the reputation trend; suppliers side by side on every part and over the year; the dashboard in three blocks.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40.5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Every word translated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every page, component, page title and refusal in French and Arabic; a scan that fails on any text left outside the translator.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Several taxes on a line, exempt customers, tax by site, inclusive or exclusive prices, a report per tax.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Print styles for every document; work order, invoice, estimate and inspection as PDF; labels, key tags and QR codes.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632764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2823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634593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636422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
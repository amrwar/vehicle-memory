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100178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982585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204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23138" y="2468880"/>
            <a:ext cx="99021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022159" y="2468880"/>
            <a:ext cx="297064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Every word translated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every page, component, page title and refusal in French and Arabic; a scan that fails on any text left outside the translator.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Print styles for every document; work order, invoice, estimate and inspection as PDF; labels, key tags and QR codes.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